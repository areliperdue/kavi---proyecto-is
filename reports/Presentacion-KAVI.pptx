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0 — 2 min. Presentación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pantalla más representativa: el calendario compartido. Aquí se ve el color por persona y la privacidad por niveles.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 — 3 min. Módulo, JWT y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visual de cobertura. Mostrar el reporte en vivo si da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 — 2.5 min. Mostrar Actions en vivo si hay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3, primera mitad. Mostrar el dashboard en vivo si hay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3, segunda mitad. Es importante ser honesta: pasivo, no activo, y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vulnerabilidades, esta es la respuesta larga.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— 2.5 min. Planificación vs ejecución.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segunda lección es la más honesta y la más útil. No la saltes.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 —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5. La última frase es el remate.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Respira y espera la pregunta.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1168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0" y="2971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more. be more.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800600" y="374904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5184648" y="3749040"/>
            <a:ext cx="182880" cy="18288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6" name="Shape 4"/>
          <p:cNvSpPr/>
          <p:nvPr/>
        </p:nvSpPr>
        <p:spPr>
          <a:xfrm>
            <a:off x="5568696" y="3749040"/>
            <a:ext cx="182880" cy="18288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7" name="Shape 5"/>
          <p:cNvSpPr/>
          <p:nvPr/>
        </p:nvSpPr>
        <p:spPr>
          <a:xfrm>
            <a:off x="5952744" y="3749040"/>
            <a:ext cx="182880" cy="1828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6336792" y="3749040"/>
            <a:ext cx="182880" cy="182880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3749040"/>
            <a:ext cx="182880" cy="18288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10" name="Shape 8"/>
          <p:cNvSpPr/>
          <p:nvPr/>
        </p:nvSpPr>
        <p:spPr>
          <a:xfrm>
            <a:off x="7104888" y="3749040"/>
            <a:ext cx="182880" cy="182880"/>
          </a:xfrm>
          <a:prstGeom prst="ellipse">
            <a:avLst/>
          </a:prstGeom>
          <a:solidFill>
            <a:srgbClr val="607D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0" y="4572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final · Ingeniería y Desarrollo de Software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983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Areli Perdue · Universidad Tecmilenio · Septiembre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KAVI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de planificación personal donde el calendario es la estrella.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6032" cy="25603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874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tu tiempo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2199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actividad lleva un tema ligado a una de las siete dimensiones del bienestar.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256032" cy="25603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sin exponerte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36499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niveles: nada, solo disponibilidad, o con detalles.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256032" cy="256032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160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gimnasio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50799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actividades de gimnasio abren un registro de entrenamientos.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06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 · Navegador — un solo código</a:t>
            </a:r>
            <a:endParaRPr lang="en-US" sz="1200" dirty="0"/>
          </a:p>
        </p:txBody>
      </p:sp>
      <p:pic>
        <p:nvPicPr>
          <p:cNvPr id="16" name="Image 0" descr="/private/tmp/claude-503/-Users-Areli-Desktop-kaviland-KAVI---Proyecto-IS/8207ff50-4637-4452-ac94-fcc984eff71f/scratchpad/slides/app-calendario-compart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051560"/>
            <a:ext cx="5669280" cy="33832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852160" y="4526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con dos contactos superpuestos. Cada persona tiene su color; las de Ana dicen «Ocupado» porque comparte solo su disponibilidad.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desarrollado: cuenta y acceso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por pasos, sesión persistente y recuperación de contraseña.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apareció al implementarlo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40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el código de correo ya abre sesión. Una persona podía quedar dentro de la app sin haber fijado contraseña.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rediseñó como flujo por pasos con un estado de «alta pendiente» que retiene a la persona hasta completarla.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roles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031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emite un JWT firmado en cada sesión.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lo transporta y PostgreSQL lo valida antes de decidir qué filas devuelve.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roles: administrador y usuario, guardados en la tabla de perfiles.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3131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el panel de administración NO es el control de acceso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800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real vive en la base de datos: cada tabla lleva políticas de seguridad a nivel de fila desde su creación, y las funciones del panel comprueban el rol antes de devolver nada. Una petición manipulada desde el cliente no obtiene datos. Son 20 migraciones versionadas, cada una con sus políticas.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unitarias: 84 % de cobertura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requisito era ≥ 80 %. Son 1 564 pruebas en 92 archivos, en 27 segundos.</a:t>
            </a:r>
            <a:endParaRPr lang="en-US" sz="1500" dirty="0"/>
          </a:p>
        </p:txBody>
      </p:sp>
      <p:pic>
        <p:nvPicPr>
          <p:cNvPr id="6" name="Image 0" descr="/private/tmp/claude-503/-Users-Areli-Desktop-kaviland-KAVI---Proyecto-IS/8207ff50-4637-4452-ac94-fcc984eff71f/scratchpad/slides/cober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858000" cy="3108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0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84.0 %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Sentencias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875520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85.4 %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1 564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822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0" y="3822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Fallando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0120" y="5120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Escribirlas destapó dos defectos reales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5468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pantallas se quedaban en blanco si fallaba la red —sin mensaje ni forma de reintentar—, y ciertos errores de red no se reconocían como tales. No eran errores de lógica visibles leyendo el código: eran ausencias. Ambos están corregidos y tienen su propia prueba.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integración y entrega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flujos en GitHub Actions. El despliegue web es automático en Vercel.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74520"/>
            <a:ext cx="237744" cy="237744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61872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push y cada pull request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→ 1 564 pruebas → lint → SonarQube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874520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65192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 producción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APK de Android con EAS Build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1874520"/>
            <a:ext cx="237744" cy="237744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68512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seguridad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pasivo con OWASP ZAP del sitio desplegado</a:t>
            </a:r>
            <a:endParaRPr lang="en-US" sz="1200" dirty="0"/>
          </a:p>
        </p:txBody>
      </p:sp>
      <p:pic>
        <p:nvPicPr>
          <p:cNvPr id="21" name="Image 0" descr="/private/tmp/claude-503/-Users-Areli-Desktop-kaviland-KAVI---Proyecto-IS/8207ff50-4637-4452-ac94-fcc984eff71f/scratchpad/slides/actions-prueb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11880"/>
            <a:ext cx="6675120" cy="2560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543800" y="3611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decisiones del pipeline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402336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Tipos, pruebas y lint continúan aunque uno falle: una sola ejecución muestra todos los problemas a la vez.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se publica en la propia página de la ejecución, sin abrir los registros.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cobertura tiene un suelo del 80 %: si un cambio la baja, la integración falla.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código: SonarQube</a:t>
            </a:r>
            <a:endParaRPr lang="en-US" sz="3000" dirty="0"/>
          </a:p>
        </p:txBody>
      </p:sp>
      <p:pic>
        <p:nvPicPr>
          <p:cNvPr id="5" name="Image 0" descr="/private/tmp/claude-503/-Users-Areli-Desktop-kaviland-KAVI---Proyecto-IS/8207ff50-4637-4452-ac94-fcc984eff71f/scratchpad/slides/son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694944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73836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7383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73836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7383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Duplicación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73836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 · A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7383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3131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6012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ceros no son el punto de partida: el primer análisis devolvió 15 hallazgos, y corregirlos reveló defectos reales —dos ordenaciones sin función de comparación, que con días de la semana no fallaban pero se rompían al ampliar el rango.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OWASP ZAP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escaneó, se corrigió y se volvió a escanear. Ningún hallazgo de riesgo alto.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corregir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triaje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riesgo alto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corrigió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7490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de riesgo medio eran cabeceras HTTP ausentes: política de seguridad de contenido, protección anti-clickjacking y origen cruzado demasiado permisivo.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cerraron además cuatro de riesgo bajo, todo desde la configuración del despliegue, sin tocar el código.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20040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13131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XSS e inyección SQL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7490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escaneo fue pasivo a propósito: el modo activo envía ataques reales y el sitio apunta a la base de producción. Que no aparezca inyección SQL no es resultado de haberla probado.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argumento es estructural: no se construye SQL por concatenación y todo pasa por políticas a nivel de fila. Frente a XSS, la política de contenido autoriza el único script en línea por su huella criptográfica.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que se mantiene, a conciencia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CSP: style-src unsafe-inline — riesgo medio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Web inyecta sus hojas de estilo en tiempo de ejecución, y un alojamiento estático no puede emitir un identificador único por petición. Se comprobó retirándolo: la aplicación queda completamente sin estilos. La evidencia gráfica está en el repositorio.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sigue avisando y no se silencia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es acotado: permite estilos inyectados, no ejecución de código. La defensa frente a XSS descansa en la política de scripts, que sí es estricta.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hallazgos están revisados uno a uno, y cada decisión lleva escrito su motivo junto a la regla que la aplica.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Silenciar un aviso sin dejar constancia del porqué es indistinguible de esconderlo: quien lea el archivo en seis meses no sabría si se estudió o se acalló.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 contra ejecutado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147/150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cerradas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planificadas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no prevista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743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desviaciones, ninguna fue un simple retraso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337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por pasos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758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estaba planificada así. La obligó un agujero funcional real. Coste: un día.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337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del sistema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6758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biblioteca resultó incompatible con el SDK. Se degradó a aviso dentro de la app en vez de bajar el SDK entero.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en el cliente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1389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planificó en la base de datos. Distinguir «esta vez» de «toda la serie» era mucho más difícil de razonar ahí.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46634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7b de rediseño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1389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Surgió de usar la app de verdad. Dos días no previstos.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75488" cy="475488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5720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4475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371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métrica sin verificar es peor que ninguna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5564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reportó 329 bugs y 25.9 % de duplicación durante días. Eran falsos: medía código generado. De haberlos creído, habría «corregido» archivos que nadie escribió.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274320" cy="2743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063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antes que deducir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44728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fallo más caro del proyecto —el modo claro a medias en Android— costó tres hipótesis encadenadas. Se resolvió en media hora al instrumentar y leer el valor real: el programa funcionaba y era el sistema operativo quien lo alteraba.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28032"/>
            <a:ext cx="274320" cy="2743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encuentran lo que leer no 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513892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defectos que aparecieron no eran errores de lógica: eran ausencias. Nadie detecta leyendo una pantalla que no contempla el fallo de red, porque no hay nada que leer.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mejora continua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medibles, ordenadas por beneficio contra esfuerzo.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74520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43584" y="1810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· 1–2 semanas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860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iOS: la app está lista, falta la cuenta de desarrollador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el reporte de pruebas al despliegue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las pruebas de las políticas de acceso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1874520"/>
            <a:ext cx="237744" cy="237744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46904" y="1810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· 1–3 meses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2860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extremo a extremo de un recorrido completo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activo sobre un entorno de pruebas, no producción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automática de dependencias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874520"/>
            <a:ext cx="237744" cy="237744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50224" y="1810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· 3 meses en adelante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2860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calendarios externos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de gimnasio con progresión de cargas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continua del rendimiento percibido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proceso, no del producto: verificar cada artefacto examinándolo; comprobar qué mide cada herramienta antes de actuar sobre sus cifras; instrumentar y medir antes de encadenar hipótesis.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75488" cy="475488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5720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Innovación: el equilibrio como dato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 ya clasifica cada actividad por dimensión del bienestar. Ese dato, acumulado, permite algo que ningún calendario hace hoy: decir en qué estás desequilibrada y proponer cuándo corregirlo.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651760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661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sin ninguna actividad de una dimensión. Son reglas sobre datos propios: no hace falta aprendizaje automático.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F1F1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2651760"/>
            <a:ext cx="384048" cy="38404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5661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 de disponibilidad ya existe y ya sabe cruzar agendas. Puede sugerir un hueco concreto, no un consejo genérico.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37744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F1F1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2651760"/>
            <a:ext cx="384048" cy="384048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IA, después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5661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lenguaje redactaría la sugerencia en lenguaje natural y aprendería qué propuestas se aceptan. La base de reglas se mantiene explicable.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innovación no es añadir IA: es que el producto ya recoge el dato que la haría útil.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69748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kavi-proyecto-is.vercel.app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0" y="310896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github.com/AreliPerdue/KAVI---Proyecto-IS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1 564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4663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4663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4663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4663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54864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KAVI — Reto final</dc:title>
  <dc:subject>PptxGenJS Presentation</dc:subject>
  <dc:creator>Areli Perdue</dc:creator>
  <cp:lastModifiedBy>Areli Perdue</cp:lastModifiedBy>
  <cp:revision>1</cp:revision>
  <dcterms:created xsi:type="dcterms:W3CDTF">2026-09-29T05:41:28Z</dcterms:created>
  <dcterms:modified xsi:type="dcterms:W3CDTF">2026-09-29T05:41:28Z</dcterms:modified>
</cp:coreProperties>
</file>